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Users/djbelieny/Projects/claude-telegram-relay/workspace/slides/icon-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065163"/>
            <a:ext cx="762000" cy="76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59898" y="2055763"/>
            <a:ext cx="5224055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pPr algn="ctr" indent="0" marL="0">
              <a:spcAft>
                <a:spcPts val="1000"/>
              </a:spcAft>
              <a:buNone/>
            </a:pPr>
            <a:r>
              <a:rPr lang="en-US" sz="3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pPr algn="ctr" indent="0" marL="0">
              <a:spcAft>
                <a:spcPts val="10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Personal</a:t>
            </a:r>
            <a:endParaRPr lang="en-US" sz="38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018495" y="3306663"/>
            <a:ext cx="51068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Claude. Runs on Telegram. Works for you 24/7.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63111" y="3925788"/>
            <a:ext cx="12177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GODAGO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Are Drowning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393775"/>
            <a:ext cx="2421434" cy="110147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393775"/>
            <a:ext cx="0" cy="1101477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51" y="1571476"/>
            <a:ext cx="201657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76151" y="2031802"/>
            <a:ext cx="20165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work time spent 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non-core tasks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61134" y="1393775"/>
            <a:ext cx="2421582" cy="110147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80184" y="1393775"/>
            <a:ext cx="0" cy="1101477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385" y="1571476"/>
            <a:ext cx="20167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02385" y="2031802"/>
            <a:ext cx="2016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toggled per hour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knowledge workers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7517" y="1393775"/>
            <a:ext cx="2421582" cy="1101477"/>
          </a:xfrm>
          <a:prstGeom prst="rect">
            <a:avLst/>
          </a:prstGeom>
          <a:solidFill>
            <a:srgbClr val="4A9E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06567" y="1393775"/>
            <a:ext cx="0" cy="1101477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8767" y="1571476"/>
            <a:ext cx="20167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min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28767" y="2031802"/>
            <a:ext cx="2016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refocus after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interruption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4901" y="2800052"/>
            <a:ext cx="2489299" cy="940891"/>
          </a:xfrm>
          <a:prstGeom prst="roundRect">
            <a:avLst>
              <a:gd name="adj" fmla="val 539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602" y="2977753"/>
            <a:ext cx="2176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Overload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602" y="3225403"/>
            <a:ext cx="2176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Emails, scheduling, documents, and follow-ups consume the day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27350" y="2800052"/>
            <a:ext cx="2489299" cy="940891"/>
          </a:xfrm>
          <a:prstGeom prst="roundRect">
            <a:avLst>
              <a:gd name="adj" fmla="val 539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05051" y="2977753"/>
            <a:ext cx="2176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05051" y="3225403"/>
            <a:ext cx="2176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between tools destroys deep focus and creative output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19800" y="2800052"/>
            <a:ext cx="2489299" cy="940891"/>
          </a:xfrm>
          <a:prstGeom prst="roundRect">
            <a:avLst>
              <a:gd name="adj" fmla="val 5399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97501" y="2977753"/>
            <a:ext cx="21765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Fragmentation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7501" y="3225403"/>
            <a:ext cx="2176576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Dozens of subscriptions, none of them talking to each other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6096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Nova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4901" y="1292126"/>
            <a:ext cx="4169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is an always-on AI assistant that lives where you already are — </a:t>
            </a:r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952476"/>
            <a:ext cx="4169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handles documents, research, scheduling, communications, and creative work through natural conversation. No new apps. No learning curve.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4132362"/>
            <a:ext cx="4087267" cy="765572"/>
          </a:xfrm>
          <a:prstGeom prst="roundRect">
            <a:avLst>
              <a:gd name="adj" fmla="val 6636"/>
            </a:avLst>
          </a:prstGeom>
          <a:solidFill>
            <a:srgbClr val="4A9EFF">
              <a:alpha val="10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127" y="4319588"/>
            <a:ext cx="3787072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— the most capable AI model — with persistent memory that learns your preferences over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03168" y="1292126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80868" y="144452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34769" y="1419076"/>
            <a:ext cx="17735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Spreadsheets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03168" y="1825377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0868" y="1977777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4769" y="1952327"/>
            <a:ext cx="1306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03168" y="2358628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80868" y="251102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34769" y="2485579"/>
            <a:ext cx="14570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&amp; Calendar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03168" y="2891879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80868" y="304427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34769" y="3018830"/>
            <a:ext cx="15910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Communications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03168" y="3425130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80868" y="357753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34769" y="3552081"/>
            <a:ext cx="11874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Calls &amp; SMS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3168" y="3958382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80868" y="411078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34769" y="4085332"/>
            <a:ext cx="15726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Work &amp; Content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03168" y="4491633"/>
            <a:ext cx="3405932" cy="406301"/>
          </a:xfrm>
          <a:prstGeom prst="roundRect">
            <a:avLst>
              <a:gd name="adj" fmla="val 1250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80868" y="464403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534769" y="4618583"/>
            <a:ext cx="11004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558701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Nova Can 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171426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/Users/djbelieny/Projects/claude-telegram-relay/workspace/slides/icon-robot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376" y="1307902"/>
            <a:ext cx="279350" cy="2793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1376" y="1701552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Creation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1376" y="1895177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Word, PDF, PowerPoint, and spreadsheets generated on demand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876252" y="1171426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djbelieny/Projects/claude-telegram-relay/workspace/slides/icon-brain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728" y="1307902"/>
            <a:ext cx="279350" cy="2793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12728" y="1701552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Memory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012728" y="1895177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context, preferences, and past conversations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5117604" y="1171426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2" descr="/Users/djbelieny/Projects/claude-telegram-relay/workspace/slides/icon-cogs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079" y="1307902"/>
            <a:ext cx="279350" cy="2793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54079" y="1701552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254079" y="1895177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Gmail, Calendar, Drive, and Docs fully integrated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34901" y="2438995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Users/djbelieny/Projects/claude-telegram-relay/workspace/slides/icon-rocket-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76" y="2575471"/>
            <a:ext cx="279350" cy="279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1376" y="2969121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Check-ins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71376" y="3162746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outreach when something needs your attention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2876252" y="2438995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3012728" y="257547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012728" y="2931021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Phone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3012728" y="3124646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 voice messages, make calls, send SMS via Twilio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5117604" y="2438995"/>
            <a:ext cx="2114401" cy="1140619"/>
          </a:xfrm>
          <a:prstGeom prst="roundRect">
            <a:avLst>
              <a:gd name="adj" fmla="val 4454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254079" y="257547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5254079" y="2931021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Briefings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254079" y="3124646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summaries of your schedule, tasks, and priorities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634901" y="3706564"/>
            <a:ext cx="2114401" cy="1102519"/>
          </a:xfrm>
          <a:prstGeom prst="roundRect">
            <a:avLst>
              <a:gd name="adj" fmla="val 460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771376" y="38430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771376" y="419859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Research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71376" y="4392216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browse, and synthesize information from the web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2876252" y="3706564"/>
            <a:ext cx="2114401" cy="1102519"/>
          </a:xfrm>
          <a:prstGeom prst="roundRect">
            <a:avLst>
              <a:gd name="adj" fmla="val 4608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3012728" y="3843040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3012728" y="4198590"/>
            <a:ext cx="18782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Management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012728" y="4392216"/>
            <a:ext cx="1878279" cy="28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Organize, search, and manage files across your system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17873" y="1444526"/>
            <a:ext cx="1796802" cy="809476"/>
          </a:xfrm>
          <a:prstGeom prst="roundRect">
            <a:avLst>
              <a:gd name="adj" fmla="val 9413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68599" y="1657201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68599" y="1907977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interface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67075" y="1701552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73525" y="1444526"/>
            <a:ext cx="1796802" cy="809476"/>
          </a:xfrm>
          <a:prstGeom prst="roundRect">
            <a:avLst>
              <a:gd name="adj" fmla="val 9413"/>
            </a:avLst>
          </a:prstGeom>
          <a:solidFill>
            <a:srgbClr val="4A9EFF">
              <a:alpha val="25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24251" y="1657201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24251" y="1907977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22727" y="1701552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29176" y="1444526"/>
            <a:ext cx="1796802" cy="809476"/>
          </a:xfrm>
          <a:prstGeom prst="roundRect">
            <a:avLst>
              <a:gd name="adj" fmla="val 9413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9902" y="1657201"/>
            <a:ext cx="1295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9902" y="1907977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services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901" y="2609552"/>
            <a:ext cx="2455366" cy="1109811"/>
          </a:xfrm>
          <a:prstGeom prst="roundRect">
            <a:avLst>
              <a:gd name="adj" fmla="val 457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4901" y="2619077"/>
            <a:ext cx="2455366" cy="0"/>
          </a:xfrm>
          <a:prstGeom prst="line">
            <a:avLst/>
          </a:prstGeom>
          <a:noFill/>
          <a:ln w="19050">
            <a:solidFill>
              <a:srgbClr val="4A9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602" y="2806303"/>
            <a:ext cx="21419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Running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2602" y="3034903"/>
            <a:ext cx="2141964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a background service on your Mac, Linux, or cloud VPS. Starts on boot, restarts on crash.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44168" y="2609552"/>
            <a:ext cx="2455515" cy="1109811"/>
          </a:xfrm>
          <a:prstGeom prst="roundRect">
            <a:avLst>
              <a:gd name="adj" fmla="val 457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344168" y="2619077"/>
            <a:ext cx="2455515" cy="0"/>
          </a:xfrm>
          <a:prstGeom prst="line">
            <a:avLst/>
          </a:prstGeom>
          <a:noFill/>
          <a:ln w="1905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1869" y="2806303"/>
            <a:ext cx="2142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1869" y="3034903"/>
            <a:ext cx="2142116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stores conversation history with vector embeddings. Nova recalls relevant context automatically.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53584" y="2609552"/>
            <a:ext cx="2455515" cy="1109811"/>
          </a:xfrm>
          <a:prstGeom prst="roundRect">
            <a:avLst>
              <a:gd name="adj" fmla="val 457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53584" y="2619077"/>
            <a:ext cx="2455515" cy="0"/>
          </a:xfrm>
          <a:prstGeom prst="line">
            <a:avLst/>
          </a:prstGeom>
          <a:noFill/>
          <a:ln w="19050">
            <a:solidFill>
              <a:srgbClr val="4A9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1285" y="2806303"/>
            <a:ext cx="2142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Connected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1285" y="3034903"/>
            <a:ext cx="2142116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Workspace, Twilio, web search, file system — all wired through MCP integrations.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Context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41907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251" y="1368326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251" y="1577876"/>
            <a:ext cx="353659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style, work hours, timezone, and tools you use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213642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251" y="2085677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251" y="2295227"/>
            <a:ext cx="353659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stored with vector embeddings for semantic 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4901" y="285377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251" y="2803029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Constraints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251" y="3012579"/>
            <a:ext cx="353659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your objectives, deadlines, and recurring commitments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4901" y="357113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14251" y="3520380"/>
            <a:ext cx="3536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251" y="3729930"/>
            <a:ext cx="353659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relevant past context automatically — no manual tagging needed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70450" y="2066181"/>
            <a:ext cx="3238649" cy="694581"/>
          </a:xfrm>
          <a:prstGeom prst="roundRect">
            <a:avLst>
              <a:gd name="adj" fmla="val 1462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3126" y="2228106"/>
            <a:ext cx="286956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3126" y="2421136"/>
            <a:ext cx="286956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meeting with Sarah next 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62500" y="2887712"/>
            <a:ext cx="3746599" cy="1049982"/>
          </a:xfrm>
          <a:prstGeom prst="roundRect">
            <a:avLst>
              <a:gd name="adj" fmla="val 9676"/>
            </a:avLst>
          </a:prstGeom>
          <a:solidFill>
            <a:srgbClr val="4A9EFF">
              <a:alpha val="10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75175" y="3049637"/>
            <a:ext cx="33876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75175" y="3242667"/>
            <a:ext cx="3387673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Sarah prefers mornings and you have a kid pickup at 3pm on weekdays. How about Tuesday at 10am? I'll send the invite.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368326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368326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151" y="1546027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Assistant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151" y="1793677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meetings, draft emails, manage follow-ups, prepare agendas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95402" y="1368326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714452" y="1368326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6653" y="1546027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Lead Gen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6653" y="1793677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prospects, analyze competitors, build contact lists, draft outreach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4901" y="2486918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3951" y="2486918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6151" y="2664619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151" y="2912269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articles, create presentations, design social posts, edit documents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95402" y="2486918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714452" y="2486918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6653" y="2664619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Prep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6653" y="2912269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past interactions, pull relevant files, draft talking points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901" y="3605510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3951" y="3605510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151" y="3783211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Generation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6151" y="4030861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decks, reports, spreadsheets, and PDFs — created on demand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95402" y="3605510"/>
            <a:ext cx="2882801" cy="9408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714452" y="3605510"/>
            <a:ext cx="0" cy="940891"/>
          </a:xfrm>
          <a:prstGeom prst="line">
            <a:avLst/>
          </a:prstGeom>
          <a:noFill/>
          <a:ln w="38100">
            <a:solidFill>
              <a:srgbClr val="4A9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6653" y="3783211"/>
            <a:ext cx="2487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6653" y="4030861"/>
            <a:ext cx="248716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competitor ads, analyze positioning, track industry trends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60960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Infrastructure, Your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4901" y="13430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3191" y="1415951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8152" y="1343025"/>
            <a:ext cx="2994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the Repo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8152" y="1552575"/>
            <a:ext cx="299434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on GitHub. Fork it, customize it, own 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901" y="193342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3191" y="200635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8152" y="1933426"/>
            <a:ext cx="32776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Setup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68152" y="2142976"/>
            <a:ext cx="327761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conversational setup — Claude walks you through every step.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4901" y="270152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3191" y="2774454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68152" y="2701528"/>
            <a:ext cx="32776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68152" y="2911078"/>
            <a:ext cx="327761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Telegram, Supabase, Google Workspace, Twilio — all configured automatically.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4901" y="346963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3191" y="354255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8152" y="3469630"/>
            <a:ext cx="31171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68152" y="3679180"/>
            <a:ext cx="31171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30 minutes from clone to a running AI assistant.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62500" y="1343025"/>
            <a:ext cx="3746599" cy="704552"/>
          </a:xfrm>
          <a:prstGeom prst="roundRect">
            <a:avLst>
              <a:gd name="adj" fmla="val 72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75175" y="1631752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54526" y="1530251"/>
            <a:ext cx="1237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4526" y="1727002"/>
            <a:ext cx="1237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launchd service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62500" y="2199977"/>
            <a:ext cx="3746599" cy="704552"/>
          </a:xfrm>
          <a:prstGeom prst="roundRect">
            <a:avLst>
              <a:gd name="adj" fmla="val 72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5175" y="2488704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54526" y="2387203"/>
            <a:ext cx="12375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4526" y="2583954"/>
            <a:ext cx="1237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process manager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62500" y="3056930"/>
            <a:ext cx="3746599" cy="704552"/>
          </a:xfrm>
          <a:prstGeom prst="roundRect">
            <a:avLst>
              <a:gd name="adj" fmla="val 7210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75175" y="3345656"/>
            <a:ext cx="126950" cy="126950"/>
          </a:xfrm>
          <a:prstGeom prst="roundRect">
            <a:avLst>
              <a:gd name="adj" fmla="val 20008"/>
            </a:avLst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54526" y="3244155"/>
            <a:ext cx="159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VPS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4526" y="3440906"/>
            <a:ext cx="15930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anywhere — $2-5/mo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62500" y="3913882"/>
            <a:ext cx="3746599" cy="958453"/>
          </a:xfrm>
          <a:prstGeom prst="roundRect">
            <a:avLst>
              <a:gd name="adj" fmla="val 5300"/>
            </a:avLst>
          </a:prstGeom>
          <a:solidFill>
            <a:srgbClr val="4A9EFF">
              <a:alpha val="8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49726" y="4101108"/>
            <a:ext cx="3439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49726" y="4329708"/>
            <a:ext cx="343959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Self-hosted. No third-party access. Full control over your conversations and memory.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31750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60350"/>
            <a:ext cx="803168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Level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393775"/>
            <a:ext cx="2455366" cy="3368725"/>
          </a:xfrm>
          <a:prstGeom prst="roundRect">
            <a:avLst>
              <a:gd name="adj" fmla="val 310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8327" y="1657201"/>
            <a:ext cx="19670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RELAY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8327" y="1876276"/>
            <a:ext cx="196708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8327" y="2298502"/>
            <a:ext cx="1967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8327" y="2609552"/>
            <a:ext cx="1928515" cy="188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AI assistant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memory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transcription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creation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check-ins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briefings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support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44168" y="1393775"/>
            <a:ext cx="2455515" cy="3368725"/>
          </a:xfrm>
          <a:prstGeom prst="roundRect">
            <a:avLst>
              <a:gd name="adj" fmla="val 3103"/>
            </a:avLst>
          </a:prstGeom>
          <a:solidFill>
            <a:srgbClr val="4A9EFF">
              <a:alpha val="10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07594" y="1657201"/>
            <a:ext cx="19672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VERSION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07594" y="1876276"/>
            <a:ext cx="19672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07594" y="2298502"/>
            <a:ext cx="1967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AI infrastructure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07594" y="2609552"/>
            <a:ext cx="1928664" cy="188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specialized AI agents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cloud deployment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&amp; Calendar integration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calls &amp; phone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actions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AI models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monitoring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53584" y="1393775"/>
            <a:ext cx="2455515" cy="3368725"/>
          </a:xfrm>
          <a:prstGeom prst="roundRect">
            <a:avLst>
              <a:gd name="adj" fmla="val 310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17010" y="1657201"/>
            <a:ext cx="19672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BUILD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17010" y="1876276"/>
            <a:ext cx="19672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17010" y="2298502"/>
            <a:ext cx="1967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95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for your business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17010" y="2609552"/>
            <a:ext cx="1928664" cy="1889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Full Version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integrations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agents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deployment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support from DJ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to your own clients</a:t>
            </a:r>
            <a:endParaRPr lang="en-US" sz="9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C0D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access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A9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09769" y="1189137"/>
            <a:ext cx="472431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Nova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15464" y="1814513"/>
            <a:ext cx="431292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version gives you a real AI assistant.</a:t>
            </a:r>
            <a:endParaRPr lang="en-US" sz="1400" dirty="0"/>
          </a:p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8BAD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version gives you a personal AI infrastructure.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7374" y="2614613"/>
            <a:ext cx="2406551" cy="815876"/>
          </a:xfrm>
          <a:prstGeom prst="roundRect">
            <a:avLst>
              <a:gd name="adj" fmla="val 9340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3920" y="2827288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53920" y="3046363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youtube.com/@GodaGo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68725" y="2614613"/>
            <a:ext cx="2406551" cy="815876"/>
          </a:xfrm>
          <a:prstGeom prst="roundRect">
            <a:avLst>
              <a:gd name="adj" fmla="val 9340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65271" y="2827288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65271" y="3046363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skool.com/autonomee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80075" y="2614613"/>
            <a:ext cx="2406551" cy="815876"/>
          </a:xfrm>
          <a:prstGeom prst="roundRect">
            <a:avLst>
              <a:gd name="adj" fmla="val 9340"/>
            </a:avLst>
          </a:prstGeom>
          <a:solidFill>
            <a:srgbClr val="4A9EFF">
              <a:alpha val="12000"/>
            </a:srgbClr>
          </a:solidFill>
          <a:ln w="9525">
            <a:solidFill>
              <a:srgbClr val="4A9E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76621" y="2827288"/>
            <a:ext cx="18134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BUILDS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76621" y="3046363"/>
            <a:ext cx="18134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DJ directly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8856" y="3811488"/>
            <a:ext cx="21861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 |  Built by GodaGo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Nova: Your Personal AI Infrastructure</dc:title>
  <dc:subject>Pitch Deck</dc:subject>
  <dc:creator>DJ / GodaGo</dc:creator>
  <cp:lastModifiedBy>DJ / GodaGo</cp:lastModifiedBy>
  <cp:revision>1</cp:revision>
  <dcterms:created xsi:type="dcterms:W3CDTF">2026-02-15T23:08:07Z</dcterms:created>
  <dcterms:modified xsi:type="dcterms:W3CDTF">2026-02-15T23:08:07Z</dcterms:modified>
</cp:coreProperties>
</file>